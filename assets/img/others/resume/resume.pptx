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6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0A767D-807A-5BE3-9465-378311404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4B6EBA-0AE7-5280-B101-AB3B6E3EA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2C5A7-E37A-BA7D-0DA7-76253276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A46199-E6EF-7093-893A-26CB2114F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66D0B8-2A86-AA56-D2D0-10D99184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4262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E33358-6AFF-04B7-CFAF-16CF2CA7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DB6EB4-9298-267D-BED0-8FC37B8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E6AF7-29E3-9708-6219-BE71AEC29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CD6CE-3E28-4D63-A0BB-BCA4EDF08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6F9421-2593-E016-8452-2C9C32CC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31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3FBD1-0563-98E6-BF5C-046229576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185E7C-6A34-ACC5-814C-41681C61E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CF8E04-0BBA-3388-59ED-19B4459D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0AC089-D057-181D-1250-FF450CE4B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78AC5B-6363-1C3E-1BA8-18B565835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176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52453E-B630-9A8C-9D28-E170E1D7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F062B1-6B8B-05C5-4E6D-B0273D1828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E589A8-7478-5F8A-7DB7-4815F8448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F5DF41-FB18-A956-D98F-DC252B121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7A4412-2391-CFA7-F5FB-D2E0BC262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B5ED88-579B-604F-74DF-B5B20EEC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793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D73EBF-0959-70F7-E084-36D49CFD5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FEB715-9185-0A13-4BF1-2B56E58D1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D2923C7-20F8-5824-5CCF-FF31EF552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C90EB1-2C2B-A30F-ECBE-16F8815B1F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76B890-C7D8-1B14-86E2-1744194C3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F7228D5-7FCC-6137-B643-8FC63A23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15ABDF-5DCF-E18C-E26D-8201A14A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577601D-C324-B52F-0C2D-6EBAE695B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470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78A516-B6BB-D541-7322-7270975CB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3B80E28-3CAA-3182-2269-2C3F649A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E16A356-1737-FF05-D46B-96B288E04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478337-8BAD-A2E7-6F1E-BC8476FB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01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215ED3-EFA2-0284-73B0-A92EEA27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B1BA82-E343-3B20-C82D-82FF9A275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C7168F-10F5-7EAE-E0CF-6798A234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4510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5700F-3D17-71F8-C9C8-D5A382584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95A307-B62C-72E7-61B0-6339F2C48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6D145D-CE00-965D-C5D4-D2BE26C05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187BC6-049F-AC1E-BEED-E1AADF3F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8FE094-42A4-F01A-5754-557116328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DCE789-890D-7EAC-4F55-5D38DD132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7082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D2FEB8-AFC1-B9A9-D450-FB9B79E14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78BA145-F0F1-F3AB-1CA0-39FE618A2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455EE2-0227-42C7-BC74-F58E1BFA5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033D2F-5D28-073A-656B-749D22437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80A8AA-668B-7F5D-AA6A-5940A0AD6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7F318A-A763-422E-75F5-E752E13E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74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5F2C1-F12C-64C6-805F-7E95E18E3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72645D-0B3E-0882-04AA-C8368E500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370E71-56C6-B408-084C-38A4A49F7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945E0A-53C2-0225-BD4F-0D901C0C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C1149-D8CF-C2AF-D260-2BF78373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9003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15F9D8E-C65D-3C40-52B3-4B3D342675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5D10C7-B239-363A-D6DE-38CFCA8F6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6C7A21-6D96-A727-9C51-FF60954C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C58F95-0F18-B964-ADEE-56FF93285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33D6F5-7405-4EDA-EF20-35A2F1BB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59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924197-749D-60EB-670E-84D95710B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1064C8-33E3-6313-F61A-4DFA5E141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A04EE8-A1A0-A8B9-9C08-9C4FEECA20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B5D20-6D94-4ABD-BBD3-E2BF4FC952CA}" type="datetimeFigureOut">
              <a:rPr lang="zh-CN" altLang="en-US" smtClean="0"/>
              <a:t>25/08/19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DF22B5-10C1-AAA6-24DE-4B6C36C95E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C14E35-6B7C-92BC-2EF7-A3579DB2C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8FF0B4-4A7F-4C52-A6E8-24806C57E1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58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6F20FD70-3EC3-1E52-386C-97C83B4C1C5E}"/>
              </a:ext>
            </a:extLst>
          </p:cNvPr>
          <p:cNvGrpSpPr/>
          <p:nvPr/>
        </p:nvGrpSpPr>
        <p:grpSpPr>
          <a:xfrm>
            <a:off x="415664" y="744790"/>
            <a:ext cx="10234688" cy="3857651"/>
            <a:chOff x="1252479" y="800208"/>
            <a:chExt cx="10234688" cy="385765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5626AFF-A4C0-03B7-0937-D276B85B5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5145" y="800208"/>
              <a:ext cx="4005292" cy="1909776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0522B98-25D4-7206-EBB7-D16E61E4FC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0437" y="804970"/>
              <a:ext cx="4076730" cy="190025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924F20F3-6E0B-5413-A18B-7819FBED4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52479" y="2709982"/>
              <a:ext cx="2152666" cy="194787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84D83019-F508-4788-DE17-ED016C3D75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2479" y="800208"/>
              <a:ext cx="2152666" cy="190025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E8AE4A0F-1FE0-C767-DCEC-1B09CD1439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405145" y="2709983"/>
              <a:ext cx="4005292" cy="1869737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</p:grpSp>
      <p:pic>
        <p:nvPicPr>
          <p:cNvPr id="15" name="图片 14">
            <a:extLst>
              <a:ext uri="{FF2B5EF4-FFF2-40B4-BE49-F238E27FC236}">
                <a16:creationId xmlns:a16="http://schemas.microsoft.com/office/drawing/2014/main" id="{0902380A-ED0D-401E-DDD2-024FA9CB9B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4346" y="2645041"/>
            <a:ext cx="1960778" cy="9125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7D85F57-B3E4-89D2-C95A-F02281DAEF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6665" y="2654564"/>
            <a:ext cx="1552454" cy="18106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EC0C0CB-6F46-A7B7-B020-8176D35A624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7339"/>
          <a:stretch/>
        </p:blipFill>
        <p:spPr>
          <a:xfrm>
            <a:off x="8579534" y="3581947"/>
            <a:ext cx="1945590" cy="8875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55434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14318C-54BE-2BF6-5A1E-FCCE78CBF6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15" t="8915" r="9774"/>
          <a:stretch/>
        </p:blipFill>
        <p:spPr>
          <a:xfrm>
            <a:off x="831273" y="667065"/>
            <a:ext cx="3132707" cy="2174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70F3598-8BFC-009A-A9AD-4AE8DC1FAD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51" r="14311"/>
          <a:stretch/>
        </p:blipFill>
        <p:spPr>
          <a:xfrm>
            <a:off x="3963980" y="667065"/>
            <a:ext cx="2632364" cy="2174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DA3D01C-D514-9A1F-83E6-5328FC1D85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379" r="24656"/>
          <a:stretch/>
        </p:blipFill>
        <p:spPr>
          <a:xfrm>
            <a:off x="9451984" y="667065"/>
            <a:ext cx="2355273" cy="2174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F46229-FCBE-9C97-D496-65E9D1EFB8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2" r="13102"/>
          <a:stretch/>
        </p:blipFill>
        <p:spPr>
          <a:xfrm>
            <a:off x="6601050" y="667065"/>
            <a:ext cx="2850934" cy="2174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CC7F52F-ABCC-6AEE-0B0B-32706D6E8AE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69" r="27845"/>
          <a:stretch/>
        </p:blipFill>
        <p:spPr>
          <a:xfrm>
            <a:off x="847281" y="2825379"/>
            <a:ext cx="2676700" cy="2174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8D374F46-E1FA-7753-5E75-0A5FE085BA23}"/>
              </a:ext>
            </a:extLst>
          </p:cNvPr>
          <p:cNvGrpSpPr/>
          <p:nvPr/>
        </p:nvGrpSpPr>
        <p:grpSpPr>
          <a:xfrm>
            <a:off x="3539989" y="2794687"/>
            <a:ext cx="8267268" cy="2205092"/>
            <a:chOff x="2929503" y="4983692"/>
            <a:chExt cx="8267268" cy="2205092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3CB95DE3-44CC-582D-5D55-07898AE0B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079" r="24783"/>
            <a:stretch/>
          </p:blipFill>
          <p:spPr>
            <a:xfrm>
              <a:off x="2929503" y="5014384"/>
              <a:ext cx="2632364" cy="217440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D0C736CA-35FE-BD7D-EACB-6B31F317827F}"/>
                </a:ext>
              </a:extLst>
            </p:cNvPr>
            <p:cNvGrpSpPr/>
            <p:nvPr/>
          </p:nvGrpSpPr>
          <p:grpSpPr>
            <a:xfrm>
              <a:off x="5600667" y="4983692"/>
              <a:ext cx="5596104" cy="2205092"/>
              <a:chOff x="5600667" y="4983692"/>
              <a:chExt cx="5596104" cy="2205092"/>
            </a:xfrm>
          </p:grpSpPr>
          <p:pic>
            <p:nvPicPr>
              <p:cNvPr id="15" name="图片 14">
                <a:extLst>
                  <a:ext uri="{FF2B5EF4-FFF2-40B4-BE49-F238E27FC236}">
                    <a16:creationId xmlns:a16="http://schemas.microsoft.com/office/drawing/2014/main" id="{C25B3E18-87C5-6FF4-C80E-00B019D10A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rcRect l="19705" r="17623"/>
              <a:stretch/>
            </p:blipFill>
            <p:spPr>
              <a:xfrm>
                <a:off x="5600667" y="5014384"/>
                <a:ext cx="2421147" cy="217440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pic>
            <p:nvPicPr>
              <p:cNvPr id="17" name="图片 16">
                <a:extLst>
                  <a:ext uri="{FF2B5EF4-FFF2-40B4-BE49-F238E27FC236}">
                    <a16:creationId xmlns:a16="http://schemas.microsoft.com/office/drawing/2014/main" id="{0A3B9EC9-01CE-D92E-579B-2C1682A646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rcRect r="17670"/>
              <a:stretch/>
            </p:blipFill>
            <p:spPr>
              <a:xfrm>
                <a:off x="8016115" y="4983692"/>
                <a:ext cx="3180656" cy="2174400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3690965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zero jsky</dc:creator>
  <cp:lastModifiedBy>zero jsky</cp:lastModifiedBy>
  <cp:revision>13</cp:revision>
  <dcterms:created xsi:type="dcterms:W3CDTF">2025-08-19T11:34:23Z</dcterms:created>
  <dcterms:modified xsi:type="dcterms:W3CDTF">2025-08-19T12:10:00Z</dcterms:modified>
</cp:coreProperties>
</file>